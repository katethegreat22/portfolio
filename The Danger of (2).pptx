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Zenaida" charset="1" panose="00000500000000000000"/>
      <p:regular r:id="rId13"/>
    </p:embeddedFont>
    <p:embeddedFont>
      <p:font typeface="Quattrocento Bold" charset="1" panose="02020802030000000404"/>
      <p:regular r:id="rId14"/>
    </p:embeddedFont>
    <p:embeddedFont>
      <p:font typeface="Quattrocento" charset="1" panose="020205020300000004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ala.org/bbooks?utm_source=chatgpt.com" TargetMode="External" Type="http://schemas.openxmlformats.org/officeDocument/2006/relationships/hyperlink"/><Relationship Id="rId3" Target="https://pen.org/book-bans/?utm_source=chatgpt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65811" y="3826049"/>
            <a:ext cx="7405048" cy="6691470"/>
          </a:xfrm>
          <a:custGeom>
            <a:avLst/>
            <a:gdLst/>
            <a:ahLst/>
            <a:cxnLst/>
            <a:rect r="r" b="b" t="t" l="l"/>
            <a:pathLst>
              <a:path h="6691470" w="7405048">
                <a:moveTo>
                  <a:pt x="7405047" y="0"/>
                </a:moveTo>
                <a:lnTo>
                  <a:pt x="0" y="0"/>
                </a:lnTo>
                <a:lnTo>
                  <a:pt x="0" y="6691470"/>
                </a:lnTo>
                <a:lnTo>
                  <a:pt x="7405047" y="6691470"/>
                </a:lnTo>
                <a:lnTo>
                  <a:pt x="74050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745454">
            <a:off x="-1192657" y="-3925853"/>
            <a:ext cx="6570049" cy="5256039"/>
          </a:xfrm>
          <a:custGeom>
            <a:avLst/>
            <a:gdLst/>
            <a:ahLst/>
            <a:cxnLst/>
            <a:rect r="r" b="b" t="t" l="l"/>
            <a:pathLst>
              <a:path h="5256039" w="6570049">
                <a:moveTo>
                  <a:pt x="0" y="0"/>
                </a:moveTo>
                <a:lnTo>
                  <a:pt x="6570049" y="0"/>
                </a:lnTo>
                <a:lnTo>
                  <a:pt x="6570049" y="5256039"/>
                </a:lnTo>
                <a:lnTo>
                  <a:pt x="0" y="5256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75066">
            <a:off x="16385593" y="233783"/>
            <a:ext cx="1287528" cy="3931382"/>
          </a:xfrm>
          <a:custGeom>
            <a:avLst/>
            <a:gdLst/>
            <a:ahLst/>
            <a:cxnLst/>
            <a:rect r="r" b="b" t="t" l="l"/>
            <a:pathLst>
              <a:path h="3931382" w="1287528">
                <a:moveTo>
                  <a:pt x="0" y="0"/>
                </a:moveTo>
                <a:lnTo>
                  <a:pt x="1287528" y="0"/>
                </a:lnTo>
                <a:lnTo>
                  <a:pt x="1287528" y="3931382"/>
                </a:lnTo>
                <a:lnTo>
                  <a:pt x="0" y="39313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504038">
            <a:off x="13914503" y="7681962"/>
            <a:ext cx="3046314" cy="3970315"/>
          </a:xfrm>
          <a:custGeom>
            <a:avLst/>
            <a:gdLst/>
            <a:ahLst/>
            <a:cxnLst/>
            <a:rect r="r" b="b" t="t" l="l"/>
            <a:pathLst>
              <a:path h="3970315" w="3046314">
                <a:moveTo>
                  <a:pt x="0" y="0"/>
                </a:moveTo>
                <a:lnTo>
                  <a:pt x="3046314" y="0"/>
                </a:lnTo>
                <a:lnTo>
                  <a:pt x="3046314" y="3970315"/>
                </a:lnTo>
                <a:lnTo>
                  <a:pt x="0" y="39703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>
            <a:off x="7366451" y="4183222"/>
            <a:ext cx="9892849" cy="5056028"/>
          </a:xfrm>
          <a:custGeom>
            <a:avLst/>
            <a:gdLst/>
            <a:ahLst/>
            <a:cxnLst/>
            <a:rect r="r" b="b" t="t" l="l"/>
            <a:pathLst>
              <a:path h="5056028" w="9892849">
                <a:moveTo>
                  <a:pt x="0" y="5056028"/>
                </a:moveTo>
                <a:lnTo>
                  <a:pt x="9892849" y="5056028"/>
                </a:lnTo>
                <a:lnTo>
                  <a:pt x="9892849" y="0"/>
                </a:lnTo>
              </a:path>
            </a:pathLst>
          </a:custGeom>
          <a:ln cap="flat" w="47625">
            <a:solidFill>
              <a:srgbClr val="F1E0C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735412" y="8204950"/>
            <a:ext cx="7293945" cy="777893"/>
            <a:chOff x="0" y="0"/>
            <a:chExt cx="1921039" cy="2048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1039" cy="204877"/>
            </a:xfrm>
            <a:custGeom>
              <a:avLst/>
              <a:gdLst/>
              <a:ahLst/>
              <a:cxnLst/>
              <a:rect r="r" b="b" t="t" l="l"/>
              <a:pathLst>
                <a:path h="204877" w="1921039">
                  <a:moveTo>
                    <a:pt x="0" y="0"/>
                  </a:moveTo>
                  <a:lnTo>
                    <a:pt x="1921039" y="0"/>
                  </a:lnTo>
                  <a:lnTo>
                    <a:pt x="1921039" y="204877"/>
                  </a:lnTo>
                  <a:lnTo>
                    <a:pt x="0" y="204877"/>
                  </a:lnTo>
                  <a:close/>
                </a:path>
              </a:pathLst>
            </a:custGeom>
            <a:ln w="47625" cap="sq">
              <a:solidFill>
                <a:srgbClr val="F1E0C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21039" cy="252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84667" y="1145431"/>
            <a:ext cx="13301489" cy="2481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66"/>
              </a:lnSpc>
            </a:pPr>
            <a:r>
              <a:rPr lang="en-US" sz="14476">
                <a:solidFill>
                  <a:srgbClr val="F1E0CC"/>
                </a:solidFill>
                <a:latin typeface="Zenaida"/>
                <a:ea typeface="Zenaida"/>
                <a:cs typeface="Zenaida"/>
                <a:sym typeface="Zenaida"/>
              </a:rPr>
              <a:t>The Dangers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05662" y="3388664"/>
            <a:ext cx="13880494" cy="428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10"/>
              </a:lnSpc>
            </a:pPr>
            <a:r>
              <a:rPr lang="en-US" sz="12293">
                <a:solidFill>
                  <a:srgbClr val="F1E0CC"/>
                </a:solidFill>
                <a:latin typeface="Zenaida"/>
                <a:ea typeface="Zenaida"/>
                <a:cs typeface="Zenaida"/>
                <a:sym typeface="Zenaida"/>
              </a:rPr>
              <a:t> of Literary Censorship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5412" y="8278360"/>
            <a:ext cx="7293945" cy="56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3282" spc="292">
                <a:solidFill>
                  <a:srgbClr val="F1E0CC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Presented by Kaitlyn Johnson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2474469">
            <a:off x="12616328" y="7383510"/>
            <a:ext cx="1260537" cy="1642880"/>
          </a:xfrm>
          <a:custGeom>
            <a:avLst/>
            <a:gdLst/>
            <a:ahLst/>
            <a:cxnLst/>
            <a:rect r="r" b="b" t="t" l="l"/>
            <a:pathLst>
              <a:path h="1642880" w="1260537">
                <a:moveTo>
                  <a:pt x="0" y="0"/>
                </a:moveTo>
                <a:lnTo>
                  <a:pt x="1260537" y="0"/>
                </a:lnTo>
                <a:lnTo>
                  <a:pt x="1260537" y="1642880"/>
                </a:lnTo>
                <a:lnTo>
                  <a:pt x="0" y="164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3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2766" y="356948"/>
            <a:ext cx="12382469" cy="8451910"/>
          </a:xfrm>
          <a:custGeom>
            <a:avLst/>
            <a:gdLst/>
            <a:ahLst/>
            <a:cxnLst/>
            <a:rect r="r" b="b" t="t" l="l"/>
            <a:pathLst>
              <a:path h="8451910" w="12382469">
                <a:moveTo>
                  <a:pt x="0" y="0"/>
                </a:moveTo>
                <a:lnTo>
                  <a:pt x="12382468" y="0"/>
                </a:lnTo>
                <a:lnTo>
                  <a:pt x="12382468" y="8451910"/>
                </a:lnTo>
                <a:lnTo>
                  <a:pt x="0" y="845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8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85876" y="8838191"/>
            <a:ext cx="19059752" cy="129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3403" spc="302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</a:rPr>
              <a:t>A book is a loaded gun in the house next door.</a:t>
            </a:r>
          </a:p>
          <a:p>
            <a:pPr algn="ctr">
              <a:lnSpc>
                <a:spcPts val="5206"/>
              </a:lnSpc>
            </a:pPr>
            <a:r>
              <a:rPr lang="en-US" sz="3403" spc="302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</a:rPr>
              <a:t>Ray Bradbury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9745454">
            <a:off x="-2256644" y="-4022028"/>
            <a:ext cx="6570049" cy="5256039"/>
          </a:xfrm>
          <a:custGeom>
            <a:avLst/>
            <a:gdLst/>
            <a:ahLst/>
            <a:cxnLst/>
            <a:rect r="r" b="b" t="t" l="l"/>
            <a:pathLst>
              <a:path h="5256039" w="6570049">
                <a:moveTo>
                  <a:pt x="0" y="0"/>
                </a:moveTo>
                <a:lnTo>
                  <a:pt x="6570049" y="0"/>
                </a:lnTo>
                <a:lnTo>
                  <a:pt x="6570049" y="5256039"/>
                </a:lnTo>
                <a:lnTo>
                  <a:pt x="0" y="5256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9743999">
            <a:off x="13973956" y="-4023017"/>
            <a:ext cx="6570049" cy="5256039"/>
          </a:xfrm>
          <a:custGeom>
            <a:avLst/>
            <a:gdLst/>
            <a:ahLst/>
            <a:cxnLst/>
            <a:rect r="r" b="b" t="t" l="l"/>
            <a:pathLst>
              <a:path h="5256039" w="6570049">
                <a:moveTo>
                  <a:pt x="6570049" y="0"/>
                </a:moveTo>
                <a:lnTo>
                  <a:pt x="0" y="0"/>
                </a:lnTo>
                <a:lnTo>
                  <a:pt x="0" y="5256039"/>
                </a:lnTo>
                <a:lnTo>
                  <a:pt x="6570049" y="5256039"/>
                </a:lnTo>
                <a:lnTo>
                  <a:pt x="657004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65242">
            <a:off x="-121829" y="2406975"/>
            <a:ext cx="6308498" cy="8109048"/>
          </a:xfrm>
          <a:custGeom>
            <a:avLst/>
            <a:gdLst/>
            <a:ahLst/>
            <a:cxnLst/>
            <a:rect r="r" b="b" t="t" l="l"/>
            <a:pathLst>
              <a:path h="8109048" w="6308498">
                <a:moveTo>
                  <a:pt x="0" y="0"/>
                </a:moveTo>
                <a:lnTo>
                  <a:pt x="6308498" y="0"/>
                </a:lnTo>
                <a:lnTo>
                  <a:pt x="6308498" y="8109048"/>
                </a:lnTo>
                <a:lnTo>
                  <a:pt x="0" y="8109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6471"/>
            </a:stretch>
          </a:blipFill>
        </p:spPr>
      </p:sp>
      <p:sp>
        <p:nvSpPr>
          <p:cNvPr name="Freeform 3" id="3"/>
          <p:cNvSpPr/>
          <p:nvPr/>
        </p:nvSpPr>
        <p:spPr>
          <a:xfrm>
            <a:off x="7648270" y="2557114"/>
            <a:ext cx="9611030" cy="6701186"/>
          </a:xfrm>
          <a:custGeom>
            <a:avLst/>
            <a:gdLst/>
            <a:ahLst/>
            <a:cxnLst/>
            <a:rect r="r" b="b" t="t" l="l"/>
            <a:pathLst>
              <a:path h="6701186" w="9611030">
                <a:moveTo>
                  <a:pt x="0" y="6701186"/>
                </a:moveTo>
                <a:lnTo>
                  <a:pt x="9572930" y="6701186"/>
                </a:lnTo>
                <a:cubicBezTo>
                  <a:pt x="9593972" y="6701186"/>
                  <a:pt x="9611030" y="6684128"/>
                  <a:pt x="9611030" y="6663086"/>
                </a:cubicBezTo>
                <a:lnTo>
                  <a:pt x="9611030" y="0"/>
                </a:lnTo>
              </a:path>
            </a:pathLst>
          </a:custGeom>
          <a:ln cap="flat" w="38100">
            <a:solidFill>
              <a:srgbClr val="F1E0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321881" y="1384938"/>
            <a:ext cx="13937419" cy="11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58"/>
              </a:lnSpc>
            </a:pPr>
            <a:r>
              <a:rPr lang="en-US" sz="8531">
                <a:solidFill>
                  <a:srgbClr val="F1E0CC"/>
                </a:solidFill>
                <a:latin typeface="Zenaida"/>
                <a:ea typeface="Zenaida"/>
                <a:cs typeface="Zenaida"/>
                <a:sym typeface="Zenaida"/>
              </a:rPr>
              <a:t>Why Do We Read It Then?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11590" y="5048250"/>
            <a:ext cx="9848375" cy="155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35"/>
              </a:lnSpc>
            </a:pPr>
            <a:r>
              <a:rPr lang="en-US" sz="2703" spc="240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</a:rPr>
              <a:t>Since it is so likely that children will meet cruel enemies, let them at least have heard of brave knights and heroic courage.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35777" y="8693967"/>
            <a:ext cx="7293945" cy="56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b="true" sz="3282" spc="292">
                <a:solidFill>
                  <a:srgbClr val="F1E0CC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C.S. Lewis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751865" cy="5186499"/>
          </a:xfrm>
          <a:custGeom>
            <a:avLst/>
            <a:gdLst/>
            <a:ahLst/>
            <a:cxnLst/>
            <a:rect r="r" b="b" t="t" l="l"/>
            <a:pathLst>
              <a:path h="5186499" w="7751865">
                <a:moveTo>
                  <a:pt x="0" y="0"/>
                </a:moveTo>
                <a:lnTo>
                  <a:pt x="7751865" y="0"/>
                </a:lnTo>
                <a:lnTo>
                  <a:pt x="7751865" y="5186499"/>
                </a:lnTo>
                <a:lnTo>
                  <a:pt x="0" y="5186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21859" y="5137560"/>
            <a:ext cx="4666141" cy="5149440"/>
          </a:xfrm>
          <a:custGeom>
            <a:avLst/>
            <a:gdLst/>
            <a:ahLst/>
            <a:cxnLst/>
            <a:rect r="r" b="b" t="t" l="l"/>
            <a:pathLst>
              <a:path h="5149440" w="4666141">
                <a:moveTo>
                  <a:pt x="0" y="0"/>
                </a:moveTo>
                <a:lnTo>
                  <a:pt x="4666141" y="0"/>
                </a:lnTo>
                <a:lnTo>
                  <a:pt x="4666141" y="5149440"/>
                </a:lnTo>
                <a:lnTo>
                  <a:pt x="0" y="514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549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87693" y="12803"/>
            <a:ext cx="6900307" cy="5403433"/>
          </a:xfrm>
          <a:custGeom>
            <a:avLst/>
            <a:gdLst/>
            <a:ahLst/>
            <a:cxnLst/>
            <a:rect r="r" b="b" t="t" l="l"/>
            <a:pathLst>
              <a:path h="5403433" w="6900307">
                <a:moveTo>
                  <a:pt x="0" y="0"/>
                </a:moveTo>
                <a:lnTo>
                  <a:pt x="6900307" y="0"/>
                </a:lnTo>
                <a:lnTo>
                  <a:pt x="6900307" y="5403433"/>
                </a:lnTo>
                <a:lnTo>
                  <a:pt x="0" y="5403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49" t="0" r="-234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78944" y="5126106"/>
            <a:ext cx="7869579" cy="5160894"/>
          </a:xfrm>
          <a:custGeom>
            <a:avLst/>
            <a:gdLst/>
            <a:ahLst/>
            <a:cxnLst/>
            <a:rect r="r" b="b" t="t" l="l"/>
            <a:pathLst>
              <a:path h="5160894" w="7869579">
                <a:moveTo>
                  <a:pt x="0" y="0"/>
                </a:moveTo>
                <a:lnTo>
                  <a:pt x="7869579" y="0"/>
                </a:lnTo>
                <a:lnTo>
                  <a:pt x="7869579" y="5160894"/>
                </a:lnTo>
                <a:lnTo>
                  <a:pt x="0" y="5160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468" r="0" b="-34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51865" y="25605"/>
            <a:ext cx="3635829" cy="5390631"/>
          </a:xfrm>
          <a:custGeom>
            <a:avLst/>
            <a:gdLst/>
            <a:ahLst/>
            <a:cxnLst/>
            <a:rect r="r" b="b" t="t" l="l"/>
            <a:pathLst>
              <a:path h="5390631" w="3635829">
                <a:moveTo>
                  <a:pt x="0" y="0"/>
                </a:moveTo>
                <a:lnTo>
                  <a:pt x="3635828" y="0"/>
                </a:lnTo>
                <a:lnTo>
                  <a:pt x="3635828" y="5390631"/>
                </a:lnTo>
                <a:lnTo>
                  <a:pt x="0" y="5390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16" t="-1932" r="-121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80108" y="5416236"/>
            <a:ext cx="6541750" cy="4870764"/>
          </a:xfrm>
          <a:custGeom>
            <a:avLst/>
            <a:gdLst/>
            <a:ahLst/>
            <a:cxnLst/>
            <a:rect r="r" b="b" t="t" l="l"/>
            <a:pathLst>
              <a:path h="4870764" w="6541750">
                <a:moveTo>
                  <a:pt x="0" y="0"/>
                </a:moveTo>
                <a:lnTo>
                  <a:pt x="6541751" y="0"/>
                </a:lnTo>
                <a:lnTo>
                  <a:pt x="6541751" y="4870764"/>
                </a:lnTo>
                <a:lnTo>
                  <a:pt x="0" y="48707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1996" t="-8406" r="-22572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745454">
            <a:off x="-1192657" y="-3925853"/>
            <a:ext cx="6570049" cy="5256039"/>
          </a:xfrm>
          <a:custGeom>
            <a:avLst/>
            <a:gdLst/>
            <a:ahLst/>
            <a:cxnLst/>
            <a:rect r="r" b="b" t="t" l="l"/>
            <a:pathLst>
              <a:path h="5256039" w="6570049">
                <a:moveTo>
                  <a:pt x="0" y="0"/>
                </a:moveTo>
                <a:lnTo>
                  <a:pt x="6570049" y="0"/>
                </a:lnTo>
                <a:lnTo>
                  <a:pt x="6570049" y="5256039"/>
                </a:lnTo>
                <a:lnTo>
                  <a:pt x="0" y="5256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75066">
            <a:off x="16385593" y="233783"/>
            <a:ext cx="1287528" cy="3931382"/>
          </a:xfrm>
          <a:custGeom>
            <a:avLst/>
            <a:gdLst/>
            <a:ahLst/>
            <a:cxnLst/>
            <a:rect r="r" b="b" t="t" l="l"/>
            <a:pathLst>
              <a:path h="3931382" w="1287528">
                <a:moveTo>
                  <a:pt x="0" y="0"/>
                </a:moveTo>
                <a:lnTo>
                  <a:pt x="1287528" y="0"/>
                </a:lnTo>
                <a:lnTo>
                  <a:pt x="1287528" y="3931382"/>
                </a:lnTo>
                <a:lnTo>
                  <a:pt x="0" y="3931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>
            <a:off x="7366451" y="4183222"/>
            <a:ext cx="9892849" cy="5056028"/>
          </a:xfrm>
          <a:custGeom>
            <a:avLst/>
            <a:gdLst/>
            <a:ahLst/>
            <a:cxnLst/>
            <a:rect r="r" b="b" t="t" l="l"/>
            <a:pathLst>
              <a:path h="5056028" w="9892849">
                <a:moveTo>
                  <a:pt x="0" y="5056028"/>
                </a:moveTo>
                <a:lnTo>
                  <a:pt x="9892849" y="5056028"/>
                </a:lnTo>
                <a:lnTo>
                  <a:pt x="9892849" y="0"/>
                </a:lnTo>
              </a:path>
            </a:pathLst>
          </a:custGeom>
          <a:ln cap="flat" w="47625">
            <a:solidFill>
              <a:srgbClr val="F1E0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161748" y="2867315"/>
            <a:ext cx="12727645" cy="319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193"/>
              </a:lnSpc>
            </a:pPr>
            <a:r>
              <a:rPr lang="en-US" sz="18709">
                <a:solidFill>
                  <a:srgbClr val="F1E0CC"/>
                </a:solidFill>
                <a:latin typeface="Zenaida"/>
                <a:ea typeface="Zenaida"/>
                <a:cs typeface="Zenaida"/>
                <a:sym typeface="Zenaida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472330">
            <a:off x="-246108" y="5284443"/>
            <a:ext cx="6417030" cy="5121956"/>
          </a:xfrm>
          <a:custGeom>
            <a:avLst/>
            <a:gdLst/>
            <a:ahLst/>
            <a:cxnLst/>
            <a:rect r="r" b="b" t="t" l="l"/>
            <a:pathLst>
              <a:path h="5121956" w="6417030">
                <a:moveTo>
                  <a:pt x="0" y="0"/>
                </a:moveTo>
                <a:lnTo>
                  <a:pt x="6417029" y="0"/>
                </a:lnTo>
                <a:lnTo>
                  <a:pt x="6417029" y="5121956"/>
                </a:lnTo>
                <a:lnTo>
                  <a:pt x="0" y="51219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99762" y="504524"/>
            <a:ext cx="4288477" cy="11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8"/>
              </a:lnSpc>
            </a:pPr>
            <a:r>
              <a:rPr lang="en-US" sz="8531">
                <a:solidFill>
                  <a:srgbClr val="F1E0CC"/>
                </a:solidFill>
                <a:latin typeface="Zenaida"/>
                <a:ea typeface="Zenaida"/>
                <a:cs typeface="Zenaida"/>
                <a:sym typeface="Zenaida"/>
              </a:rPr>
              <a:t>Sources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4158" y="2440138"/>
            <a:ext cx="15879684" cy="730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64"/>
              </a:lnSpc>
            </a:pPr>
            <a:r>
              <a:rPr lang="en-US" sz="3440" spc="306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</a:rPr>
              <a:t>Boissoneault, Lorraine. “A Brief History of Book Burning, From the Printing Press to Internet Archives.” Smithsonian Magazine, 31 Aug. 2017, </a:t>
            </a:r>
          </a:p>
          <a:p>
            <a:pPr algn="just">
              <a:lnSpc>
                <a:spcPts val="5264"/>
              </a:lnSpc>
            </a:pPr>
          </a:p>
          <a:p>
            <a:pPr algn="just">
              <a:lnSpc>
                <a:spcPts val="5264"/>
              </a:lnSpc>
            </a:pPr>
            <a:r>
              <a:rPr lang="en-US" sz="3440" spc="306" u="sng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  <a:hlinkClick r:id="rId2" tooltip="https://www.ala.org/bbooks?utm_source=chatgpt.com"/>
              </a:rPr>
              <a:t>American Library Association – Banned &amp; Challenged Books</a:t>
            </a:r>
            <a:r>
              <a:rPr lang="en-US" sz="3440" spc="306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</a:rPr>
              <a:t>. Accessed 29 June 2026.</a:t>
            </a:r>
          </a:p>
          <a:p>
            <a:pPr algn="just">
              <a:lnSpc>
                <a:spcPts val="5264"/>
              </a:lnSpc>
            </a:pPr>
          </a:p>
          <a:p>
            <a:pPr algn="just">
              <a:lnSpc>
                <a:spcPts val="5264"/>
              </a:lnSpc>
            </a:pPr>
            <a:r>
              <a:rPr lang="en-US" sz="3440" spc="306" u="sng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  <a:hlinkClick r:id="rId3" tooltip="https://pen.org/book-bans/?utm_source=chatgpt.com"/>
              </a:rPr>
              <a:t>PEN America – Book Bans</a:t>
            </a:r>
            <a:r>
              <a:rPr lang="en-US" sz="3440" spc="306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</a:rPr>
              <a:t>. Accessed 29 June 2026.</a:t>
            </a:r>
          </a:p>
          <a:p>
            <a:pPr algn="just">
              <a:lnSpc>
                <a:spcPts val="5264"/>
              </a:lnSpc>
            </a:pPr>
          </a:p>
          <a:p>
            <a:pPr algn="just">
              <a:lnSpc>
                <a:spcPts val="5264"/>
              </a:lnSpc>
            </a:pPr>
            <a:r>
              <a:rPr lang="en-US" sz="3440" spc="306">
                <a:solidFill>
                  <a:srgbClr val="F1E0CC"/>
                </a:solidFill>
                <a:latin typeface="Quattrocento"/>
                <a:ea typeface="Quattrocento"/>
                <a:cs typeface="Quattrocento"/>
                <a:sym typeface="Quattrocento"/>
              </a:rPr>
              <a:t>Adobe Stock. Adobe Stock Photos. Adobe, Accessed 29 June 2026.</a:t>
            </a:r>
          </a:p>
          <a:p>
            <a:pPr algn="just">
              <a:lnSpc>
                <a:spcPts val="526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DAHNnlRt81E</dc:identifier>
  <dcterms:modified xsi:type="dcterms:W3CDTF">2011-08-01T06:04:30Z</dcterms:modified>
  <cp:revision>1</cp:revision>
  <dc:title>The Danger of</dc:title>
</cp:coreProperties>
</file>